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39" d="100"/>
          <a:sy n="39" d="100"/>
        </p:scale>
        <p:origin x="1368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5464-9380-68BC-28B8-8D5B40D4E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712D9D-3FF8-9337-77DB-FC570B8B6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76A2A-8DE5-8F89-87B6-374F6C036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390E-160B-45CF-88D7-045C56EE2EF4}" type="datetimeFigureOut">
              <a:rPr lang="en-SG" smtClean="0"/>
              <a:t>10/2/2026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87AE7-1571-0F3F-0C0F-2240DFCC8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7C0C3-DF71-1A81-B551-A32024F9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927BF-6827-4135-8A27-39BB384EAC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075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8D13-E83C-B483-9032-0F139E232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6BF2C-528C-7676-4EF9-8C67DB0D7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47149-268C-7B9D-0D2A-2DDC60B31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390E-160B-45CF-88D7-045C56EE2EF4}" type="datetimeFigureOut">
              <a:rPr lang="en-SG" smtClean="0"/>
              <a:t>10/2/2026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94A22-06FE-DF7D-4A26-783E062E8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B349C-E2A7-3584-6290-238CC492D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927BF-6827-4135-8A27-39BB384EAC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658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26813-CFED-9639-AD77-EEE2AECD6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AD85B-E111-CA6D-6393-D4C916B21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D5AD7-F7D6-228F-4252-47CE5D294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390E-160B-45CF-88D7-045C56EE2EF4}" type="datetimeFigureOut">
              <a:rPr lang="en-SG" smtClean="0"/>
              <a:t>10/2/2026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24B1C-2543-D820-B37A-44F7FFE22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FAC27-2B2F-8751-C126-34047705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927BF-6827-4135-8A27-39BB384EAC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0582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D211-AD0C-1515-885F-7BFA73FE7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CB8A8-1C5B-7162-5259-7BD9B6C6D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7682C-B8D7-09DB-F1CA-23BE5FCBF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F3722-EA77-1FDA-59D8-6CB712B9B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390E-160B-45CF-88D7-045C56EE2EF4}" type="datetimeFigureOut">
              <a:rPr lang="en-SG" smtClean="0"/>
              <a:t>10/2/2026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FFD50-9B3C-0ADF-7CA0-7C05B3BC9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D6B8F-7087-13DE-9349-09116266B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927BF-6827-4135-8A27-39BB384EAC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6114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6899A-E8E2-5BDC-2444-42A1142AB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E8054-FB61-1A70-79C6-FF5EF26C3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D4517-EC90-7616-9E79-6571E8EA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039480-ED1C-FD0B-BDA9-0E535115E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043CDA-FE08-846C-A3F8-FDAB5B55E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206357-4E67-7A67-2C54-9F1F34CB8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390E-160B-45CF-88D7-045C56EE2EF4}" type="datetimeFigureOut">
              <a:rPr lang="en-SG" smtClean="0"/>
              <a:t>10/2/2026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6E7BE8-900C-8EE6-E975-6617A61FA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687872-EE84-6240-DF72-7669194B8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927BF-6827-4135-8A27-39BB384EAC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25970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BD910-3726-36A3-6811-8D11FD9FA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B99BA1-CA95-CA44-E9D8-2D38D540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390E-160B-45CF-88D7-045C56EE2EF4}" type="datetimeFigureOut">
              <a:rPr lang="en-SG" smtClean="0"/>
              <a:t>10/2/2026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FAFCF7-5C71-A0CB-1807-912CFE4A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66EB1-4D28-7768-B657-00571880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927BF-6827-4135-8A27-39BB384EAC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499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50262C-46B4-EC1F-396D-A56544FA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390E-160B-45CF-88D7-045C56EE2EF4}" type="datetimeFigureOut">
              <a:rPr lang="en-SG" smtClean="0"/>
              <a:t>10/2/2026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9322C8-0473-58E3-DE01-6710AC8CF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67A02-C414-7E5C-5699-0C63A1B6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927BF-6827-4135-8A27-39BB384EAC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151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253DB-1252-EEF7-36C2-074310D67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CA932-C1B2-4FEC-ED21-B562D130D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5B7AC-4DF3-5786-4D15-F3202E6D2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0F75C-1B2C-CFF4-2C50-FEC385763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390E-160B-45CF-88D7-045C56EE2EF4}" type="datetimeFigureOut">
              <a:rPr lang="en-SG" smtClean="0"/>
              <a:t>10/2/2026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A8116-9B37-3450-407A-337ED71A8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77E6B-5227-BF67-F499-3851704CF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927BF-6827-4135-8A27-39BB384EAC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8642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BF75-41A9-E952-9595-1BBD6D12D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F158A6-1765-397B-1696-6E53D05E3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C4B8D-1AAD-7AFB-D628-4B88050CC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68D40-39D6-E317-E912-EADE952D6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390E-160B-45CF-88D7-045C56EE2EF4}" type="datetimeFigureOut">
              <a:rPr lang="en-SG" smtClean="0"/>
              <a:t>10/2/2026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90AC3-EA38-4944-9B60-4F70B6AFF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85F0-8F8E-D38B-F562-8BD7FEC8B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927BF-6827-4135-8A27-39BB384EAC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025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CB7F0-0DD5-1C9A-BBE3-A1DEDB45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F6AD6-2A26-BEEB-6B37-893CD721C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8F44D-5594-48DC-1B7A-81EEF18ED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390E-160B-45CF-88D7-045C56EE2EF4}" type="datetimeFigureOut">
              <a:rPr lang="en-SG" smtClean="0"/>
              <a:t>10/2/2026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17ABD-7364-6509-0078-A026EE3A4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357B0-7095-6408-E2AC-CDC2F3657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927BF-6827-4135-8A27-39BB384EAC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7095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03E945-9FC8-DC3F-D16B-4E36D76F23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438DA-2C5E-17CF-F85F-3D1C8A1F9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83BA4-73F0-256C-0388-76E2D2F31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D390E-160B-45CF-88D7-045C56EE2EF4}" type="datetimeFigureOut">
              <a:rPr lang="en-SG" smtClean="0"/>
              <a:t>10/2/2026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4BA16-A10E-EE91-3DFC-8A5A3119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E8E78-DB5A-D56F-2089-F6751514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927BF-6827-4135-8A27-39BB384EAC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2531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6711F-1E4E-7331-7BEB-8D429C722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EAABA-0E87-FB67-DFF8-EAF674ED4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DA082-EB8B-1239-3047-B51F9488E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D390E-160B-45CF-88D7-045C56EE2EF4}" type="datetimeFigureOut">
              <a:rPr lang="en-SG" smtClean="0"/>
              <a:t>10/2/2026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B19D0-3C11-B0D6-8A79-78B4FA9A03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43F9D-F246-B100-EE5F-A325D9545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C927BF-6827-4135-8A27-39BB384EACD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945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BB3E-8D3B-F975-6498-912D064017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Helllooo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89F9E-876D-4F4D-04C6-36DD15AAC0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852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f153b35-897b-4e60-92d6-d80ee9742626}" enabled="1" method="Standard" siteId="{0bf0a685-1237-4da2-98ed-592a036b267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Helllooo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M.Easwari</dc:creator>
  <cp:lastModifiedBy>M.Easwari</cp:lastModifiedBy>
  <cp:revision>1</cp:revision>
  <dcterms:created xsi:type="dcterms:W3CDTF">2026-02-10T07:27:23Z</dcterms:created>
  <dcterms:modified xsi:type="dcterms:W3CDTF">2026-02-10T07:28:13Z</dcterms:modified>
</cp:coreProperties>
</file>